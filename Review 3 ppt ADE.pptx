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259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0" userDrawn="1">
          <p15:clr>
            <a:srgbClr val="A4A3A4"/>
          </p15:clr>
        </p15:guide>
        <p15:guide id="2" pos="3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40"/>
        <p:guide pos="38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25" y="0"/>
            <a:ext cx="12068175" cy="67945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935220" y="5366385"/>
            <a:ext cx="36518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b="1">
                <a:latin typeface="Times New Roman" panose="02020603050405020304" charset="0"/>
                <a:cs typeface="Times New Roman" panose="02020603050405020304" charset="0"/>
              </a:rPr>
              <a:t>Presentaion by:</a:t>
            </a:r>
            <a:endParaRPr lang="en-I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b="1">
                <a:latin typeface="Times New Roman" panose="02020603050405020304" charset="0"/>
                <a:cs typeface="Times New Roman" panose="02020603050405020304" charset="0"/>
              </a:rPr>
              <a:t>Sai Sakthi DR - 22MID0209</a:t>
            </a:r>
            <a:endParaRPr lang="en-I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b="1">
                <a:latin typeface="Times New Roman" panose="02020603050405020304" charset="0"/>
                <a:cs typeface="Times New Roman" panose="02020603050405020304" charset="0"/>
              </a:rPr>
              <a:t>M. Meera Dharshini - 22MID0205</a:t>
            </a:r>
            <a:r>
              <a:rPr lang="en-IN" altLang="en-US"/>
              <a:t> </a:t>
            </a:r>
            <a:endParaRPr lang="en-IN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4935220" y="1725295"/>
            <a:ext cx="62509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400" b="1">
                <a:latin typeface="Times New Roman" panose="02020603050405020304" charset="0"/>
                <a:cs typeface="Times New Roman" panose="02020603050405020304" charset="0"/>
              </a:rPr>
              <a:t>Review 3 -  Advances in Data Engineering</a:t>
            </a:r>
            <a:endParaRPr lang="en-IN" alt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t="-4068" b="-852"/>
          <a:stretch>
            <a:fillRect/>
          </a:stretch>
        </p:blipFill>
        <p:spPr>
          <a:xfrm>
            <a:off x="0" y="-329565"/>
            <a:ext cx="12098655" cy="7196455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t="-27330" b="-485"/>
          <a:stretch>
            <a:fillRect/>
          </a:stretch>
        </p:blipFill>
        <p:spPr>
          <a:xfrm>
            <a:off x="0" y="-1830705"/>
            <a:ext cx="12192635" cy="8851265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2700"/>
            <a:ext cx="12191365" cy="69075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65"/>
            <a:ext cx="12139930" cy="68459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257405" cy="6870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891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3970"/>
            <a:ext cx="12277090" cy="6934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-9525"/>
            <a:ext cx="12191365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967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</Words>
  <Application>WPS Presentation</Application>
  <PresentationFormat>Widescreen</PresentationFormat>
  <Paragraphs>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Meera</dc:creator>
  <cp:lastModifiedBy>Meera Dharshini Murali</cp:lastModifiedBy>
  <cp:revision>3</cp:revision>
  <dcterms:created xsi:type="dcterms:W3CDTF">2025-07-23T00:59:00Z</dcterms:created>
  <dcterms:modified xsi:type="dcterms:W3CDTF">2026-04-19T11:16:01Z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2CE578D1E5484DC9B3AB4D5D3E1C7C21_11</vt:lpwstr>
  </property>
  <property fmtid="{D5CDD505-2E9C-101B-9397-08002B2CF9AE}" pid="3" name="KSOProductBuildVer">
    <vt:lpwstr>1033-12.2.0.23202</vt:lpwstr>
  </property>
</Properties>
</file>